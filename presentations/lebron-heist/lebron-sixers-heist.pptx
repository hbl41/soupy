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true level, 2025-26
(SRS-implied)</c:v>
                  </c:pt>
                  <c:pt idx="1">
                    <c:v>+ LeBron
(VORP 2.8 in 60 g)</c:v>
                  </c:pt>
                  <c:pt idx="2">
                    <c:v>+ Brown, full year
(for ’25-26 George)</c:v>
                  </c:pt>
                  <c:pt idx="3">
                    <c:v>+ Embiid
38 → ~50 games</c:v>
                  </c:pt>
                  <c:pt idx="4">
                    <c:v>2026-27
projection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/>
                </c:pt>
                <c:pt idx="1">
                  <c:v>41</c:v>
                </c:pt>
                <c:pt idx="2">
                  <c:v>46</c:v>
                </c:pt>
                <c:pt idx="3">
                  <c:v>49</c:v>
                </c:pt>
                <c:pt idx="4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start</c:v>
                </c:pt>
              </c:strCache>
            </c:strRef>
          </c:tx>
          <c:spPr>
            <a:solidFill>
              <a:srgbClr val="3659A8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true level, 2025-26
(SRS-implied)</c:v>
                  </c:pt>
                  <c:pt idx="1">
                    <c:v>+ LeBron
(VORP 2.8 in 60 g)</c:v>
                  </c:pt>
                  <c:pt idx="2">
                    <c:v>+ Brown, full year
(for ’25-26 George)</c:v>
                  </c:pt>
                  <c:pt idx="3">
                    <c:v>+ Embiid
38 → ~50 games</c:v>
                  </c:pt>
                  <c:pt idx="4">
                    <c:v>2026-27
projection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adds</c:v>
                </c:pt>
              </c:strCache>
            </c:strRef>
          </c:tx>
          <c:spPr>
            <a:solidFill>
              <a:srgbClr val="0091E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true level, 2025-26
(SRS-implied)</c:v>
                  </c:pt>
                  <c:pt idx="1">
                    <c:v>+ LeBron
(VORP 2.8 in 60 g)</c:v>
                  </c:pt>
                  <c:pt idx="2">
                    <c:v>+ Brown, full year
(for ’25-26 George)</c:v>
                  </c:pt>
                  <c:pt idx="3">
                    <c:v>+ Embiid
38 → ~50 games</c:v>
                  </c:pt>
                  <c:pt idx="4">
                    <c:v>2026-27
projection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/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/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proj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true level, 2025-26
(SRS-implied)</c:v>
                  </c:pt>
                  <c:pt idx="1">
                    <c:v>+ LeBron
(VORP 2.8 in 60 g)</c:v>
                  </c:pt>
                  <c:pt idx="2">
                    <c:v>+ Brown, full year
(for ’25-26 George)</c:v>
                  </c:pt>
                  <c:pt idx="3">
                    <c:v>+ Embiid
38 → ~50 games</c:v>
                  </c:pt>
                  <c:pt idx="4">
                    <c:v>2026-27
projection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51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4CED4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C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P(reach Finals)</c:v>
                </c:pt>
              </c:strCache>
            </c:strRef>
          </c:tx>
          <c:spPr>
            <a:solidFill>
              <a:srgbClr val="3659A8"/>
            </a:solidFill>
            <a:ln w="31750" cap="flat">
              <a:solidFill>
                <a:srgbClr val="3659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659A8"/>
              </a:solidFill>
              <a:ln w="9525" cap="flat">
                <a:solidFill>
                  <a:srgbClr val="3659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40</c:v>
                  </c:pt>
                  <c:pt idx="1">
                    <c:v>41</c:v>
                  </c:pt>
                  <c:pt idx="2">
                    <c:v>42</c:v>
                  </c:pt>
                  <c:pt idx="3">
                    <c:v>43</c:v>
                  </c:pt>
                  <c:pt idx="4">
                    <c:v>44</c:v>
                  </c:pt>
                  <c:pt idx="5">
                    <c:v>45</c:v>
                  </c:pt>
                  <c:pt idx="6">
                    <c:v>46</c:v>
                  </c:pt>
                  <c:pt idx="7">
                    <c:v>47</c:v>
                  </c:pt>
                  <c:pt idx="8">
                    <c:v>48</c:v>
                  </c:pt>
                  <c:pt idx="9">
                    <c:v>49</c:v>
                  </c:pt>
                  <c:pt idx="10">
                    <c:v>50</c:v>
                  </c:pt>
                  <c:pt idx="11">
                    <c:v>51</c:v>
                  </c:pt>
                  <c:pt idx="12">
                    <c:v>52</c:v>
                  </c:pt>
                  <c:pt idx="13">
                    <c:v>53</c:v>
                  </c:pt>
                  <c:pt idx="14">
                    <c:v>54</c:v>
                  </c:pt>
                  <c:pt idx="15">
                    <c:v>55</c:v>
                  </c:pt>
                  <c:pt idx="16">
                    <c:v>56</c:v>
                  </c:pt>
                  <c:pt idx="17">
                    <c:v>57</c:v>
                  </c:pt>
                  <c:pt idx="18">
                    <c:v>58</c:v>
                  </c:pt>
                  <c:pt idx="19">
                    <c:v>59</c:v>
                  </c:pt>
                  <c:pt idx="20">
                    <c:v>60</c:v>
                  </c:pt>
                  <c:pt idx="21">
                    <c:v>61</c:v>
                  </c:pt>
                  <c:pt idx="22">
                    <c:v>62</c:v>
                  </c:pt>
                  <c:pt idx="23">
                    <c:v>63</c:v>
                  </c:pt>
                  <c:pt idx="24">
                    <c:v>64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0.57</c:v>
                </c:pt>
                <c:pt idx="1">
                  <c:v>0.76</c:v>
                </c:pt>
                <c:pt idx="2">
                  <c:v>0.99</c:v>
                </c:pt>
                <c:pt idx="3">
                  <c:v>1.28</c:v>
                </c:pt>
                <c:pt idx="4">
                  <c:v>1.65</c:v>
                </c:pt>
                <c:pt idx="5">
                  <c:v>2.1</c:v>
                </c:pt>
                <c:pt idx="6">
                  <c:v>2.66</c:v>
                </c:pt>
                <c:pt idx="7">
                  <c:v>3.34</c:v>
                </c:pt>
                <c:pt idx="8">
                  <c:v>4.41</c:v>
                </c:pt>
                <c:pt idx="9">
                  <c:v>5.43</c:v>
                </c:pt>
                <c:pt idx="10">
                  <c:v>6.64</c:v>
                </c:pt>
                <c:pt idx="11">
                  <c:v>8.06</c:v>
                </c:pt>
                <c:pt idx="12">
                  <c:v>9.71</c:v>
                </c:pt>
                <c:pt idx="13">
                  <c:v>12.32</c:v>
                </c:pt>
                <c:pt idx="14">
                  <c:v>14.58</c:v>
                </c:pt>
                <c:pt idx="15">
                  <c:v>17.13</c:v>
                </c:pt>
                <c:pt idx="16">
                  <c:v>19.98</c:v>
                </c:pt>
                <c:pt idx="17">
                  <c:v>24.57</c:v>
                </c:pt>
                <c:pt idx="18">
                  <c:v>28.16</c:v>
                </c:pt>
                <c:pt idx="19">
                  <c:v>32.03</c:v>
                </c:pt>
                <c:pt idx="20">
                  <c:v>36.19</c:v>
                </c:pt>
                <c:pt idx="21">
                  <c:v>40.59</c:v>
                </c:pt>
                <c:pt idx="22">
                  <c:v>45.2</c:v>
                </c:pt>
                <c:pt idx="23">
                  <c:v>49.98</c:v>
                </c:pt>
                <c:pt idx="24">
                  <c:v>54.87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C"/>
                    </a:solidFill>
                    <a:latin typeface="Arial"/>
                  </a:rPr>
                  <a:t>regular-season wins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4E9E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Maxey, 2025-26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Maxey, 2025-26</c:v>
                  </c:pt>
                  <c:pt idx="1">
                    <c:v>league average</c:v>
                  </c:pt>
                  <c:pt idx="2">
                    <c:v>projected with LeBron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55.3</c:v>
                </c:pt>
                <c:pt idx="1">
                  <c:v/>
                </c:pt>
                <c:pt idx="2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league average</c:v>
                </c:pt>
              </c:strCache>
            </c:strRef>
          </c:tx>
          <c:spPr>
            <a:solidFill>
              <a:srgbClr val="3659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Maxey, 2025-26</c:v>
                  </c:pt>
                  <c:pt idx="1">
                    <c:v>league average</c:v>
                  </c:pt>
                  <c:pt idx="2">
                    <c:v>projected with LeBron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/>
                </c:pt>
                <c:pt idx="1">
                  <c:v>36.3</c:v>
                </c:pt>
                <c:pt idx="2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projected with LeBron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Maxey, 2025-26</c:v>
                  </c:pt>
                  <c:pt idx="1">
                    <c:v>league average</c:v>
                  </c:pt>
                  <c:pt idx="2">
                    <c:v>projected with LeBron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/>
                </c:pt>
                <c:pt idx="1">
                  <c:v/>
                </c:pt>
                <c:pt idx="2">
                  <c:v>46.9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C2B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4CED4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C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1.8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2025-26
(Tatum hurt)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2025-26
(Tatum hurt)</c:v>
                  </c:pt>
                  <c:pt idx="1">
                    <c:v>2023-24
(healthy co-star)</c:v>
                  </c:pt>
                  <c:pt idx="2">
                    <c:v>projected with LeBron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36.4</c:v>
                </c:pt>
                <c:pt idx="1">
                  <c:v/>
                </c:pt>
                <c:pt idx="2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2023-24
(healthy co-star)</c:v>
                </c:pt>
              </c:strCache>
            </c:strRef>
          </c:tx>
          <c:spPr>
            <a:solidFill>
              <a:srgbClr val="3659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2025-26
(Tatum hurt)</c:v>
                  </c:pt>
                  <c:pt idx="1">
                    <c:v>2023-24
(healthy co-star)</c:v>
                  </c:pt>
                  <c:pt idx="2">
                    <c:v>projected with LeBron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/>
                </c:pt>
                <c:pt idx="1">
                  <c:v>47.6</c:v>
                </c:pt>
                <c:pt idx="2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projected with LeBron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2025-26
(Tatum hurt)</c:v>
                  </c:pt>
                  <c:pt idx="1">
                    <c:v>2023-24
(healthy co-star)</c:v>
                  </c:pt>
                  <c:pt idx="2">
                    <c:v>projected with LeBron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/>
                </c:pt>
                <c:pt idx="1">
                  <c:v/>
                </c:pt>
                <c:pt idx="2">
                  <c:v>51.6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C2B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4CED4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C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7.0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rim share of FGM
2025-26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rim share of FGM
2025-26</c:v>
                  </c:pt>
                  <c:pt idx="1">
                    <c:v>LeBron assists
arriving at rim</c:v>
                  </c:pt>
                  <c:pt idx="2">
                    <c:v>projected rim share
with LeBron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34.9</c:v>
                </c:pt>
                <c:pt idx="1">
                  <c:v/>
                </c:pt>
                <c:pt idx="2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LeBron assists
arriving at rim</c:v>
                </c:pt>
              </c:strCache>
            </c:strRef>
          </c:tx>
          <c:spPr>
            <a:solidFill>
              <a:srgbClr val="0091E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rim share of FGM
2025-26</c:v>
                  </c:pt>
                  <c:pt idx="1">
                    <c:v>LeBron assists
arriving at rim</c:v>
                  </c:pt>
                  <c:pt idx="2">
                    <c:v>projected rim share
with LeBron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/>
                </c:pt>
                <c:pt idx="1">
                  <c:v>42.1</c:v>
                </c:pt>
                <c:pt idx="2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projected rim share
with LeBron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rim share of FGM
2025-26</c:v>
                  </c:pt>
                  <c:pt idx="1">
                    <c:v>LeBron assists
arriving at rim</c:v>
                  </c:pt>
                  <c:pt idx="2">
                    <c:v>projected rim share
with LeBron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/>
                </c:pt>
                <c:pt idx="1">
                  <c:v/>
                </c:pt>
                <c:pt idx="2">
                  <c:v>41.2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C2B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4CED4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C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4.73000000000000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corner-3 share of FGM
2025-26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corner-3 share of FGM
2025-26</c:v>
                  </c:pt>
                  <c:pt idx="1">
                    <c:v>corner-3 share of
LeBron’s assists</c:v>
                  </c:pt>
                  <c:pt idx="2">
                    <c:v>projected corner-3
share with LeBron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5.5</c:v>
                </c:pt>
                <c:pt idx="1">
                  <c:v/>
                </c:pt>
                <c:pt idx="2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corner-3 share of
LeBron’s assists</c:v>
                </c:pt>
              </c:strCache>
            </c:strRef>
          </c:tx>
          <c:spPr>
            <a:solidFill>
              <a:srgbClr val="0091E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corner-3 share of FGM
2025-26</c:v>
                  </c:pt>
                  <c:pt idx="1">
                    <c:v>corner-3 share of
LeBron’s assists</c:v>
                  </c:pt>
                  <c:pt idx="2">
                    <c:v>projected corner-3
share with LeBron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/>
                </c:pt>
                <c:pt idx="1">
                  <c:v>11.8</c:v>
                </c:pt>
                <c:pt idx="2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projected corner-3
share with LeBron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corner-3 share of FGM
2025-26</c:v>
                  </c:pt>
                  <c:pt idx="1">
                    <c:v>corner-3 share of
LeBron’s assists</c:v>
                  </c:pt>
                  <c:pt idx="2">
                    <c:v>projected corner-3
share with LeBron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/>
                </c:pt>
                <c:pt idx="1">
                  <c:v/>
                </c:pt>
                <c:pt idx="2">
                  <c:v>6.9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C2B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4CED4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C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.34000000000000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
2025-26</c:v>
                </c:pt>
              </c:strCache>
            </c:strRef>
          </c:tx>
          <c:spPr>
            <a:solidFill>
              <a:srgbClr val="3659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usage
2025-26</c:v>
                  </c:pt>
                  <c:pt idx="1">
                    <c:v>usage projected
2026-27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27.2</c:v>
                </c:pt>
                <c:pt idx="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usage projected
2026-27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usage
2025-26</c:v>
                  </c:pt>
                  <c:pt idx="1">
                    <c:v>usage projected
2026-27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/>
                </c:pt>
                <c:pt idx="1">
                  <c:v>21.5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C2B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4CED4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C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TS%
2025-26</c:v>
                </c:pt>
              </c:strCache>
            </c:strRef>
          </c:tx>
          <c:spPr>
            <a:solidFill>
              <a:srgbClr val="3659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TS%
2025-26</c:v>
                  </c:pt>
                  <c:pt idx="1">
                    <c:v>TS% projected
2026-27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59.4</c:v>
                </c:pt>
                <c:pt idx="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TS% projected
2026-27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TS%
2025-26</c:v>
                  </c:pt>
                  <c:pt idx="1">
                    <c:v>TS% projected
2026-27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/>
                </c:pt>
                <c:pt idx="1">
                  <c:v>61.5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C2B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4CED4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C2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Recreates the opening thesis of the video: LeBron going to the 76ers is the biggest heist in NBA free agency history — the one player who has organized top-5 offenses as a solo hub for two decades signed for $8M over two years with the exact team whose fatal flaw is the thing he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setup: 'a player with arguably the greatest playoff IQ alive just signed for only $8 million on a two-year contract.' Verified: $3.876M year one with a year-two player option; he made $52.6M in 2025-26.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thesis restated with verified numbers: 'the one player who has organized top-5 offenses as the solo hub over the last two decades… to the exact team whose one fatal flaw is the exact thing that he fixes.'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claim: 'The new Sixers are projected to have 51 wins.' Rebuilt independently: SRS-true 41 + 5 (LeBron) + 3 (Brown full season) + 2 (Embiid health) = 51, and the sportsbook total (50.5) matches.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chart: 'FINALS PROBABILITY vs WINS — Log5 model, three playoff rounds', 45→4%, 51→12%, 3.2x. Mine, built from scratch, is steeper: 2.1%→8.1% (3.8x), and the 2.6% empirical rate for 44-47-win teams says the lower baseline is the right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chart: 55 / 36 / 45 with n=694 — her baseline and league numbers verify exactly. My projection (46.9%) uses the verified guard-arrival deltas.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chart: 36 / 46 / 48. Verified: 36.4 / 47.6; my projection is slightly higher than hers (51.6 vs 48) because the arrival premium is real and 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chart: 37 / 52 / 42. The 52%-of-765-assists claim doesn't reproduce; actual 2025-26 profile is 42.1% of 432. My projection still lands almost exactly on hers: 41.2%.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chart: 8 / 10 / 12. Neither the baseline nor the projection survives the play-by-play data; mine: 5.5 / 11.8 / 6.9. Direction right, size overstated.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chart: usage 27.2→22, TS .594→.627 ('63%' bar). Mine: 21.5% usage central, TS .615 central with .60-.63 range — her TS sits at my optimistic bound. Her mixing of a 63% bar next to usage percentages is also why my version separates the two scales into two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Quantifies 'biggest heist in free agency history': $3.876M salary vs $21.9M modeled value = paying 18% of market rate. Market reaction receipts verify the demand shock (StubHub 207x, SeatGeek $107→$540, Fanatics sellout ~2 hrs).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scoreboard: most of her data was excellent (Maxey/Brown/LeBron numbers verify to the decimal); the Edgecombe chart and the LeBron assist-count are the two real errors; her curve had the right shape with a soft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summary and provenance. All scripts and the source data file (data.md) accompany the deck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24, 2026  ·  PHILADELPHIA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Biggest Heist in</a:t>
            </a:r>
            <a:endParaRPr lang="en-US" sz="47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NBA Free Agency History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548640" y="40690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LeBron James to the 76ers actually means — rebuilt from source data, every number re-derived.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data-verified recreation of the viral breakdown by TikTok’s @leah.cammarano. </a:t>
            </a:r>
            <a:pPr indent="0" marL="0">
              <a:buNone/>
            </a:pPr>
            <a:r>
              <a:rPr lang="en-US" sz="1150" i="1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structure and thesis; independent stats, models, and projections throughout.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four-MVP resume at 2.35% of the salary 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yrs · $8M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option on 2027-28 ($4.07M)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/>
        </p:spPr>
      </p:sp>
      <p:sp>
        <p:nvSpPr>
          <p:cNvPr id="8" name="Text 6"/>
          <p:cNvSpPr/>
          <p:nvPr/>
        </p:nvSpPr>
        <p:spPr>
          <a:xfrm>
            <a:off x="3547872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$3,876,529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566160" y="2395728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2026-27 cap hit — the 10+ yr veteran minimum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–92%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400800" y="2395728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cut from his $52.6M Lakers salary, the largest in NBA history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9217152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2.35%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235440" y="2395728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$164.96M cap for the all-time scoring leader (43,440 pts)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is my last decision. I’m not going for money. I’m not going for family… I still want to compete, to win and to have a chance at the feeling of winning another championship.”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9560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LeBron James, announcing on X, entering season 24 at age 41 (42 on Dec 30)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80960" y="36576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starting five
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Maxey · Edgecombe · Brown · James · Embiid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All-Star selections and 5 MVP awards combined. Brown arrived July 2 from Boston for Paul George and four picks; LeBron arrived for the minimum.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Klutch to ESPN; cap figures NBA.com (2026-27 cap $164.961M). Salary history: Fortune. Roster: CBS Sports, NBC News.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PHILADELPHIA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fatal flaw — nobody creates easy shots — is the thing he fixes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2025-26 Sixers won 45 games while being outscored (SRS –0.27) — a 7-seed that survived on Maxey’s solo shot-making and lost the moment the playoffs demanded easy offense (swept 4-0 by the champion Knicks).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LeBron is the most decorated table-setter alive:
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10 seasons from 2008-09 to 2017-18 his offenses finished top-5 as he ran them solo. In 2025-26, 42.1% of his assists produced rim shots and 11.8% corner threes — the two most efficient shots in basketball. His 162 corner-3 assists in 2016-17 remain the most ever recorded.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126480" y="1645920"/>
            <a:ext cx="5486400" cy="896112"/>
          </a:xfrm>
          <a:prstGeom prst="roundRect">
            <a:avLst>
              <a:gd name="adj" fmla="val 7143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0" y="1755648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55.3%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589520" y="173736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Maxey’s 694 makes were unassisted — league mean is 36.3%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2670048"/>
            <a:ext cx="5486400" cy="896112"/>
          </a:xfrm>
          <a:prstGeom prst="roundRect">
            <a:avLst>
              <a:gd name="adj" fmla="val 7143"/>
            </a:avLst>
          </a:prstGeom>
          <a:solidFill>
            <a:srgbClr val="F2F5F9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779776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0" y="276148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Embiid’s makes came at the rim — an MVP big living on jumpers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3694176"/>
            <a:ext cx="5486400" cy="896112"/>
          </a:xfrm>
          <a:prstGeom prst="roundRect">
            <a:avLst>
              <a:gd name="adj" fmla="val 7143"/>
            </a:avLst>
          </a:prstGeom>
          <a:solidFill>
            <a:srgbClr val="F2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3803904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36.4%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589520" y="37856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Brown’s makes were assisted carrying Boston — down from 47.6%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4718304"/>
            <a:ext cx="5486400" cy="896112"/>
          </a:xfrm>
          <a:prstGeom prst="roundRect">
            <a:avLst>
              <a:gd name="adj" fmla="val 7143"/>
            </a:avLst>
          </a:prstGeom>
          <a:solidFill>
            <a:srgbClr val="F2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4828032"/>
            <a:ext cx="1234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589520" y="4809744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rookie Edgecombe’s makes were corner 3s — the skip pass never came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shot-profile splits: pbpstats.com play-by-play totals, cross-checked vs Basketball-Reference; identical to the decimal. Offense ranks: pbpstats ORtg (±1 on borderline years).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wins was a mirage; 51 is the honest projection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691640"/>
            <a:ext cx="3840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
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45-37 overstated the 2025-26 team: its –0.27 point differential is 41-win talent. LeBron’s 2025-26 value (B-Ref VORP 2.8 in 60 games ≈ 7.6 wins over replacement) nets ~+5 over the minutes he displaces; a full year of Jaylen Brown replacing 36-year-old Paul George nets ~+3; Embiid reaching ~50 games adds ~+2.
</a:t>
            </a:r>
            <a:pPr indent="0" marL="0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agrees
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FanDuel set the post-signing win total at 50.5. Title odds moved +2000 → +900 (DraftKings) within hours. The video projected 51 — same answer, three routes.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1908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&amp; VORP: Basketball-Reference. Win total &amp; odds: FanDuel via Liberty Ballers; DraftKings via NBC Sports. VORP→wins ×2.7 conversion is standard.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THAT MAKES IT A HEIST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Finals probability is logistic — six wins land on the steep part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2237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441448" y="5056632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Shape 3"/>
          <p:cNvSpPr/>
          <p:nvPr/>
        </p:nvSpPr>
        <p:spPr>
          <a:xfrm>
            <a:off x="4023360" y="4700016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4160520"/>
            <a:ext cx="1737360" cy="658368"/>
          </a:xfrm>
          <a:prstGeom prst="rect">
            <a:avLst/>
          </a:prstGeom>
          <a:solidFill>
            <a:srgbClr val="F2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wins → 2.1%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(last season)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15968" y="4736592"/>
            <a:ext cx="1645920" cy="365760"/>
          </a:xfrm>
          <a:prstGeom prst="rect">
            <a:avLst/>
          </a:prstGeom>
          <a:solidFill>
            <a:srgbClr val="F2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wins → 8.1%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4114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3.8×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8001000" y="1691640"/>
            <a:ext cx="3657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model: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Log5 game odds + home court, exact best-of-7, three rounds vs a 48/53/57-win gauntlet. 45 wins → 2.1%; 51 → 8.1%; 52 → 9.7% (4.6×). The video said 4% → 12%, “3.2×” — same shape, softer baseline.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harsher: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1984, 44-47-win teams took 2 of 78 full-season Finals berths (2.6%) — and no 7-seed has ever made the Finals. The median finalist won 58. 50+ wins covered 96% of all berths.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conclusion, stronger: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wins LeBron adds sit exactly where the curve bends.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1908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model.py in this repo (Log5, HCA odds ×1.21, 2-2-1-1-1). Empirics: 86 Finals berths 1984-2026, Wikipedia champions list + season standings.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FIVE, ONE BY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Maxey — five years of doing it alone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Unassisted share of made field goals, 2025-26 (694 FGM)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3093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223760" y="1874520"/>
            <a:ext cx="4389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 of Maxey’s baskets were self-created — 19 points above the league mean. He led the team at 28.3 ppg on 70 games of isolation offense.
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projection: 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who joined LeBron saw their assisted share rise +8.4 pts on average (Mo Williams +12.6, D’Angelo Russell +11.1, Kyrie +1.5 — and Kyrie’s 3P assisted share jumped 45.5→61.8%). Applied to Maxey: unassisted falls to ~47% (video said 45%).
</a:t>
            </a:r>
            <a:pPr indent="0" marL="0">
              <a:lnSpc>
                <a:spcPts val="1750"/>
              </a:lnSpc>
              <a:buNone/>
            </a:pP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 in his career, he gets to run to a spot and shoot.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1908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Splits: pbpstats/B-Ref (2P 37.8% astd, 3P 59.5% astd). Comps: first-season-with-LeBron deltas, pbpstats 2000-01+.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FIVE, ONE BY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Brown — a Finals MVP getting easy ones again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share of made field goals (736 FGM in 2025-26)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3093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223760" y="1874520"/>
            <a:ext cx="4389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Boston at a career-high 36.2% usage, Brown’s assisted share collapsed to 36.4%. With a healthy star beside him in 2023-24 it was 47.6%.
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projection: 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healthy-co-star baseline, then add half the average LeBron-arrival premium (+4.0): ~52% assisted (video said 48%). LeBron delivers the ball early in the clock, not with three seconds left.
</a:t>
            </a:r>
            <a:pPr indent="0" marL="0">
              <a:lnSpc>
                <a:spcPts val="1750"/>
              </a:lnSpc>
              <a:buNone/>
            </a:pP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easiest shot diet of his career, at age 30.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1908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Splits: pbpstats/B-Ref both seasons (25-26: 2P 32.4% astd, 3P 53.6%; 23-24: 42.9%/63.4%). Video’s ‘46%’ for 2023-24 is actually 47.6%.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FIVE, ONE BY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Embiid — an MVP big fed where he wants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At-rim share of made field goals (341 FGM in 38 games)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3093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223760" y="1874520"/>
            <a:ext cx="4389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34.9% of Embiid’s makes came at the rim — a skilled giant surviving on fadeaways because nobody could get him the ball where he wanted it.
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projection: 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42.1% of LeBron’s 432 assists arrived at the rim (46.6% the year before) — the pocket pass, the lob, the entry nobody else sees. If LeBron assists ~25% of Embiid’s makes at a big-man rim rate (~60%), Embiid’s rim share climbs to ~41% (range 39-44).
</a:t>
            </a:r>
            <a:pPr indent="0" marL="0">
              <a:lnSpc>
                <a:spcPts val="1750"/>
              </a:lnSpc>
              <a:buNone/>
            </a:pP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 said 37% → 42% off “52% of 765 assists” — the right idea with the wrong inputs: it’s 34.9%, and 42.1% of 432.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1908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 = pbpstats ‘at rim’ (119/341). LeBron assist locations: pbpstats 2025-26 (182 rim / 51 corner-3 / 93 AB3 / 106 midrange).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FIVE, ONE BY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Edgecombe — the skip pass finally comes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Corner-3 share of made field goals (451 FGM as a rookie)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3093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223760" y="1874520"/>
            <a:ext cx="4389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of Edgecombe’s 451 makes (5.5%) were corner threes — even though 81% of his 3-point makes were assisted. The cross-court skip simply never came from this roster.
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projection: 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LeBron throws the skip better than anyone alive — 11.8% of his assists were corner 3s, and his 162 corner-3 assists in 2016-17 are the most ever recorded. If LeBron assists ~22% of Edgecombe’s makes: ~7% (range 6.5-7.4).
</a:t>
            </a:r>
            <a:pPr indent="0" marL="0">
              <a:lnSpc>
                <a:spcPts val="1750"/>
              </a:lnSpc>
              <a:buNone/>
            </a:pPr>
            <a:r>
              <a:rPr lang="en-US" sz="125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the video’s 8% → 12% doesn’t match the shot data (5.5% baseline, 25 makes). The free points are real; the magnitude is smaller.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1908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Corner-3 counts: pbpstats (25 makes / 67 att). B-Ref’s different corner definition gives ~20 — either way, well under the video’s 8%.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FIVE, ONE BY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LeBron — fewer possessions, the perfect 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rate and true shooting, 2025-26 measured → 2026-27 projected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3200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977640" y="1828800"/>
          <a:ext cx="3200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7543800" y="1874520"/>
            <a:ext cx="4069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27.2% was already a career low (his rookie floor was 28.2%). Stars who joined LeBron shed 5-7 usage points (Bosh 28.5→23.4, Love 28.7→21.6). Now he’s the one joining three stars: ~21-22%, the fewest possessions of his life.
</a:t>
            </a:r>
            <a:pPr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</a:t>
            </a:r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skill-curve tradeoff (+0.3-0.6 TS pts per usage point shed, minus an age-42 drag) projects .594 → .60-.63. The video’s .627 is the optimistic edge of that band; his career best is .649 (2013-14).
</a:t>
            </a:r>
            <a:pPr indent="0" marL="0">
              <a:lnSpc>
                <a:spcPts val="1750"/>
              </a:lnSpc>
              <a:buNone/>
            </a:pP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42, in a Sixers jersey, plausibly the most efficient season of his life.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41908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Usage/TS: B-Ref &amp; StatMuse (27.2 B-Ref method; NBA.com’s formula says 26.2 — both career lows). Sheds: StatMuse. Skill curve: usage-efficiency tradeoff literature.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HEIST, QUANTIFIED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cents on the dollar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$21.9M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6060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market value of his 2026-27 production (Sporting News salary model via CBS; $28.2M for 2025-26)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0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$3.88M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263640" y="26060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Philadelphia pays. Surplus ≈ $18M — about 5 wins of talent, free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3.8×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45720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Finals-odds multiplier those six extra wins buy on the logistic curve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0" y="3794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207×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63640" y="45720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StubHub demand spike within hours; debut get-in $107 → $540; jerseys gone in ~2 hours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Cross-check: ~5 wins added × ~$3.9M market price per win ≈ $20M. Three methods, one answer: the Sixers acquired a top-25 player for the price of a 12th man.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SCOREBOARD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numbers vs. the verified data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011680"/>
                <a:gridCol w="3227832"/>
                <a:gridCol w="1371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in video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/ my calc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Sixers 2025-26 wins → projection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→ 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→ 51 (ledger) · mkt 50.5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Maxey unassisted share (n=694) / league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 / 36%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55.3% / 36.3%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Maxey projected with LeBron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46.9% (range 43-54)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 assisted, 2025-26 / 2023-24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 / 46%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36.4% / 47.6%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 projected with LeBron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LeBron usage / TS, 2025-26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 / .594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 / .594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Embiid rim share of makes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34.9% (pbpstats)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~2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“52% of LeBron’s 765 assists at rim”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 · 765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42.1% · 432 assists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Embiid projected rim share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41.2% (range 39-44)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Edgecombe corner-3 share → projection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 → 12%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 → 6.9%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LeBron projected usage / 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 / .627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21.5% / .60-.63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Finals odds: 45w → 51w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 → 12% (3.2×)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 → 8.1% (3.8×); empirics 2.6%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1908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Verdicts: 'exact' = matches verified data to rounding; 'close' = within the modeled range; 'wrong' = not supported by play-by-play shot data.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&amp;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number, re-derived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520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profiles &amp; assist locations: pbpstats.com play-by-play API, cross-checked against Basketball-Reference splits (agreement to the decimal) and StatMuse.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Standings, SRS, advanced value: Basketball-Reference 2025-26.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cap: NBA.com, ESPN/Klutch, CBS Sports. Market: FanDuel/DraftKings via NBC &amp; Liberty Ballers; StubHub/SeatGeek via 6abc.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343400" y="1691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(in this repo)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43400" y="2148840"/>
            <a:ext cx="3520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Finals curve: Log5 game probabilities, home-court odds ×1.21, exact best-of-7 enumeration, three rounds vs a 48/53/57 gauntlet (model.py).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ledger: SRS-implied baseline + VORP-based wins added (final_calcs.py).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 projections: first-season-with-LeBron deltas measured for 6 stars, 2000-2026 (projections.py).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138160" y="1691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box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38160" y="2148840"/>
            <a:ext cx="3520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carry ranges, not certainties; central values shown.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video’s inputs failed verification (Edgecombe 8%, ‘765 assists’), the verified numbers are used and flagged on the slide.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Embiid availability (38 games) is the single biggest swing factor no model fixes.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video: TikTok @leah.cammarano · rebuilt July 25,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2026-07-25T03:51:21Z</dcterms:created>
  <dcterms:modified xsi:type="dcterms:W3CDTF">2026-07-25T03:51:21Z</dcterms:modified>
</cp:coreProperties>
</file>